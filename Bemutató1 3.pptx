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D8C917-FA8D-BAEC-818D-F1E1F54334A8}" v="75" dt="2025-11-26T11:00:54.6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>
        <p:scale>
          <a:sx n="75" d="100"/>
          <a:sy n="75" d="100"/>
        </p:scale>
        <p:origin x="2704" y="1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9DAB7D6-AB3D-0152-93D3-66B46574D3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A3677BE-16E4-3CFB-72FD-AFBC24668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FB043FC-98B1-C754-1B8C-CA0B05C8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7C62-1F04-498D-8E1A-2F16A97BB0E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4A34B03-E607-3349-35BC-7DCCAB0C9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14C6B10-8FFD-68BC-A786-F28BCE529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018E-52DD-454F-8AE9-79420AA0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684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7311425-0D09-ED93-84F3-24B495354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F02B78D-946D-2FE3-8B7D-BB88DDBB4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D3F4D85-BB32-6CB6-2EF1-638522332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7C62-1F04-498D-8E1A-2F16A97BB0E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89F4A8E-36C8-87F2-4AD7-567AB56C9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4DB5F60-8A84-9AC4-00FD-A9178A861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018E-52DD-454F-8AE9-79420AA0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4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1010070-FA82-84ED-EACE-2EAD34AA1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4A42D6A-A930-740E-1292-362D976F5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0FA057E-A512-78E1-20DA-3C65BB95A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7C62-1F04-498D-8E1A-2F16A97BB0E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74306E8-F8F3-0101-429E-AEFF286F1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9108969-6988-C7EA-0AEB-AD20B4334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018E-52DD-454F-8AE9-79420AA0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93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79ACF0-25B8-2DDC-7042-B087EFFBB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8F65146-808F-54D2-739B-184EBA15E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6AF9206-9D5A-3281-7D22-AC1207638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F68AA9F-75D3-BDA8-965C-B8935C027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7C62-1F04-498D-8E1A-2F16A97BB0E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99A2799-189D-BD43-F3B1-0E47A314C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3528C4E-EFFC-FBEE-21AB-4EE69592A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018E-52DD-454F-8AE9-79420AA0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297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AD3D805-9113-6104-EB89-2350DAF4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1A60126-6195-7E44-733E-6F6C655A6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3EE4AFB-9CA0-3448-B8B8-0469A8EA9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52B36F4-02E6-1ADA-D308-4D33CF1A6E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58C78CC2-A03E-7DC8-A597-ABF4CE161E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EF56E0CF-95A6-42ED-D21E-424A43CCB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7C62-1F04-498D-8E1A-2F16A97BB0E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5E2D6925-FB87-AA20-FD9A-3CA66E191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ACBA9942-7397-FAA7-4E02-5DC0B331F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018E-52DD-454F-8AE9-79420AA0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09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4AABFB1-1E13-DD1F-B84C-ED3DEA934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4C44646-5FF2-CE7B-E7D6-0EEC696CC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7C62-1F04-498D-8E1A-2F16A97BB0E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26ED7C25-2E6E-0E09-0D3A-572894FC7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8917E8A7-7F3A-F87F-4665-DCE6B7ABD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018E-52DD-454F-8AE9-79420AA0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12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B79A9B3D-11B5-B4C7-D05F-E9BE938FA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7C62-1F04-498D-8E1A-2F16A97BB0E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973A118A-DEB0-E768-4A45-8356C76E5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9334E0C-7EE1-F091-DE98-854F41D99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018E-52DD-454F-8AE9-79420AA0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833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6CD3D82-8298-DFCF-7668-C7BBAF94F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EE21210-D608-817E-62A7-FD38A4454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55BAF0B-D806-8E18-6F12-4A3B49B98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07FF19B-6994-8C35-9F46-8D1A0F9E5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7C62-1F04-498D-8E1A-2F16A97BB0E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7AD0722-4CFE-D915-AA52-35C4E31D0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71B60AB-86F0-AD57-0347-C38B17DF2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018E-52DD-454F-8AE9-79420AA0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810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50D0FE-A160-1D86-4001-04EEA48FB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C446CB3C-C246-54F5-89CB-9C9F1EC206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BC8198D-7392-A730-9231-58F2ADE98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516A169-4FB7-C4D6-F894-C31660D01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7C62-1F04-498D-8E1A-2F16A97BB0E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9929CC5-BA41-C0CB-5075-098EA1858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141B759-5275-C642-D30B-AECD48F77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018E-52DD-454F-8AE9-79420AA0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016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1AF2702-43D8-01BE-6D91-C2281ED65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C4CE390-1784-67A3-6156-CC357A9DB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CFF5C49-3ACE-AE1C-3289-792143592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7C62-1F04-498D-8E1A-2F16A97BB0E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D259B13-5454-2670-11D3-A1D6E669C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3D61336-E370-F6C9-1B2F-D9B04B55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018E-52DD-454F-8AE9-79420AA0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184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FB18DC5C-65AF-45B9-BFAC-98B9487481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9885B9B-50E4-85FF-EB67-17E8A2082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3E8F26E-1587-13A6-F2A1-3472F4F17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7C62-1F04-498D-8E1A-2F16A97BB0E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A40B9FF-B8D7-1745-D875-AA38A0292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9936DED-2900-EEF4-D056-7D97D497A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5018E-52DD-454F-8AE9-79420AA0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89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4697EAF7-66DD-8401-63C2-D4A6CB044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6EA00B9-4E7A-34E5-2D2A-5D94B949F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BF11DCF-4E44-DEB6-B602-6AC10FAF93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97C62-1F04-498D-8E1A-2F16A97BB0E0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B4CA1F0-D278-4458-31C0-28BB6967E6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5C1BA26-B4DE-4E91-9B06-37F73457A4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5018E-52DD-454F-8AE9-79420AA0C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222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03F65FC-2847-0643-9465-E7F6CCB67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9899" y="2544763"/>
            <a:ext cx="9144000" cy="2387600"/>
          </a:xfrm>
        </p:spPr>
        <p:txBody>
          <a:bodyPr/>
          <a:lstStyle/>
          <a:p>
            <a:endParaRPr lang="en-US" dirty="0">
              <a:latin typeface="Bahnschrift SemiCondensed" panose="020B0502040204020203" pitchFamily="34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66FD4D3-AAC3-2C28-0957-452C21F1A0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426" y="1994458"/>
            <a:ext cx="9144000" cy="165576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A426F8F-9129-C68E-03D3-354E9C661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23" y="0"/>
            <a:ext cx="12207821" cy="685800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12EE1153-F6FB-1455-6A62-9285259B7D08}"/>
              </a:ext>
            </a:extLst>
          </p:cNvPr>
          <p:cNvSpPr txBox="1"/>
          <p:nvPr/>
        </p:nvSpPr>
        <p:spPr>
          <a:xfrm>
            <a:off x="-15822" y="-22520"/>
            <a:ext cx="122078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err="1">
                <a:solidFill>
                  <a:schemeClr val="bg2">
                    <a:lumMod val="10000"/>
                  </a:schemeClr>
                </a:solidFill>
                <a:highlight>
                  <a:srgbClr val="C0C0C0"/>
                </a:highlight>
              </a:rPr>
              <a:t>Sziasztok</a:t>
            </a:r>
            <a:endParaRPr lang="en-US" sz="9600" dirty="0">
              <a:solidFill>
                <a:schemeClr val="bg2">
                  <a:lumMod val="1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18BAA28A-BC45-DACD-DA31-992F1AE69F98}"/>
              </a:ext>
            </a:extLst>
          </p:cNvPr>
          <p:cNvSpPr txBox="1"/>
          <p:nvPr/>
        </p:nvSpPr>
        <p:spPr>
          <a:xfrm>
            <a:off x="8111067" y="5827000"/>
            <a:ext cx="5249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highlight>
                  <a:srgbClr val="C0C0C0"/>
                </a:highlight>
              </a:rPr>
              <a:t>Készitette</a:t>
            </a:r>
            <a:r>
              <a:rPr lang="en-US" sz="3200" dirty="0">
                <a:highlight>
                  <a:srgbClr val="C0C0C0"/>
                </a:highlight>
              </a:rPr>
              <a:t>: Benkő, </a:t>
            </a:r>
            <a:r>
              <a:rPr lang="en-US" sz="3200" dirty="0" err="1">
                <a:highlight>
                  <a:srgbClr val="C0C0C0"/>
                </a:highlight>
              </a:rPr>
              <a:t>Zsici</a:t>
            </a:r>
            <a:endParaRPr lang="en-US" sz="3200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21589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5720DD-79BB-42E6-BD3C-2D45B4A9D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Tartalom helye 6">
            <a:extLst>
              <a:ext uri="{FF2B5EF4-FFF2-40B4-BE49-F238E27FC236}">
                <a16:creationId xmlns:a16="http://schemas.microsoft.com/office/drawing/2014/main" id="{A7EBE4AB-6E21-D181-25B1-3C3B4C62AF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797"/>
            <a:ext cx="12192000" cy="686679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947D450D-1DBC-46A6-BDCB-9FEB41B4A990}"/>
              </a:ext>
            </a:extLst>
          </p:cNvPr>
          <p:cNvSpPr txBox="1"/>
          <p:nvPr/>
        </p:nvSpPr>
        <p:spPr>
          <a:xfrm>
            <a:off x="160866" y="301262"/>
            <a:ext cx="8813800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dirty="0">
                <a:highlight>
                  <a:srgbClr val="C0C0C0"/>
                </a:highlight>
              </a:rPr>
              <a:t>Ebben a ppt-ben </a:t>
            </a:r>
            <a:r>
              <a:rPr lang="en-US" sz="3200" dirty="0" err="1">
                <a:highlight>
                  <a:srgbClr val="C0C0C0"/>
                </a:highlight>
              </a:rPr>
              <a:t>bemutatjuk</a:t>
            </a:r>
            <a:r>
              <a:rPr lang="en-US" sz="3200" dirty="0">
                <a:highlight>
                  <a:srgbClr val="C0C0C0"/>
                </a:highlight>
              </a:rPr>
              <a:t> </a:t>
            </a:r>
            <a:r>
              <a:rPr lang="en-US" sz="3200" dirty="0" err="1">
                <a:highlight>
                  <a:srgbClr val="C0C0C0"/>
                </a:highlight>
              </a:rPr>
              <a:t>röviden</a:t>
            </a:r>
            <a:r>
              <a:rPr lang="en-US" sz="3200" dirty="0">
                <a:highlight>
                  <a:srgbClr val="C0C0C0"/>
                </a:highlight>
              </a:rPr>
              <a:t> </a:t>
            </a:r>
            <a:r>
              <a:rPr lang="en-US" sz="3200" dirty="0" err="1">
                <a:highlight>
                  <a:srgbClr val="C0C0C0"/>
                </a:highlight>
              </a:rPr>
              <a:t>amit</a:t>
            </a:r>
            <a:r>
              <a:rPr lang="en-US" sz="3200" dirty="0">
                <a:highlight>
                  <a:srgbClr val="C0C0C0"/>
                </a:highlight>
              </a:rPr>
              <a:t> a </a:t>
            </a:r>
            <a:r>
              <a:rPr lang="en-US" sz="3200" dirty="0" err="1">
                <a:highlight>
                  <a:srgbClr val="C0C0C0"/>
                </a:highlight>
              </a:rPr>
              <a:t>projekt</a:t>
            </a:r>
            <a:r>
              <a:rPr lang="en-US" sz="3200" dirty="0">
                <a:highlight>
                  <a:srgbClr val="C0C0C0"/>
                </a:highlight>
              </a:rPr>
              <a:t> </a:t>
            </a:r>
            <a:r>
              <a:rPr lang="en-US" sz="3200" dirty="0" err="1">
                <a:highlight>
                  <a:srgbClr val="C0C0C0"/>
                </a:highlight>
              </a:rPr>
              <a:t>munkában</a:t>
            </a:r>
            <a:r>
              <a:rPr lang="en-US" sz="3200" dirty="0">
                <a:highlight>
                  <a:srgbClr val="C0C0C0"/>
                </a:highlight>
              </a:rPr>
              <a:t> </a:t>
            </a:r>
            <a:r>
              <a:rPr lang="en-US" sz="3200" dirty="0" err="1">
                <a:highlight>
                  <a:srgbClr val="C0C0C0"/>
                </a:highlight>
              </a:rPr>
              <a:t>csinnáltunk</a:t>
            </a:r>
            <a:r>
              <a:rPr lang="en-US" sz="3200" dirty="0">
                <a:highlight>
                  <a:srgbClr val="C0C0C0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3932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0AF5BB77-0D3B-DF07-DC4E-36E2CEB1AB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5025"/>
            <a:ext cx="12192000" cy="6146484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65DDD9AC-8754-CF22-B30D-072EF041ED0C}"/>
              </a:ext>
            </a:extLst>
          </p:cNvPr>
          <p:cNvSpPr txBox="1"/>
          <p:nvPr/>
        </p:nvSpPr>
        <p:spPr>
          <a:xfrm>
            <a:off x="2785533" y="1473200"/>
            <a:ext cx="7467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400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76A92E6E-8212-6083-FAAE-CE6CFEE29245}"/>
              </a:ext>
            </a:extLst>
          </p:cNvPr>
          <p:cNvSpPr txBox="1"/>
          <p:nvPr/>
        </p:nvSpPr>
        <p:spPr>
          <a:xfrm>
            <a:off x="-863601" y="-1357124"/>
            <a:ext cx="7467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400" dirty="0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F232ED11-BE22-A3B3-6768-496251395EC2}"/>
              </a:ext>
            </a:extLst>
          </p:cNvPr>
          <p:cNvSpPr txBox="1"/>
          <p:nvPr/>
        </p:nvSpPr>
        <p:spPr>
          <a:xfrm>
            <a:off x="389466" y="533612"/>
            <a:ext cx="1141306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err="1">
                <a:highlight>
                  <a:srgbClr val="C0C0C0"/>
                </a:highlight>
              </a:rPr>
              <a:t>Kezdjük</a:t>
            </a:r>
            <a:r>
              <a:rPr lang="en-US" sz="5400" dirty="0">
                <a:highlight>
                  <a:srgbClr val="C0C0C0"/>
                </a:highlight>
              </a:rPr>
              <a:t> is </a:t>
            </a:r>
            <a:r>
              <a:rPr lang="en-US" sz="5400" dirty="0" err="1">
                <a:highlight>
                  <a:srgbClr val="C0C0C0"/>
                </a:highlight>
              </a:rPr>
              <a:t>az</a:t>
            </a:r>
            <a:r>
              <a:rPr lang="en-US" sz="5400" dirty="0">
                <a:highlight>
                  <a:srgbClr val="C0C0C0"/>
                </a:highlight>
              </a:rPr>
              <a:t> </a:t>
            </a:r>
            <a:r>
              <a:rPr lang="en-US" sz="5400" dirty="0" err="1">
                <a:highlight>
                  <a:srgbClr val="C0C0C0"/>
                </a:highlight>
              </a:rPr>
              <a:t>alap</a:t>
            </a:r>
            <a:r>
              <a:rPr lang="en-US" sz="5400" dirty="0">
                <a:highlight>
                  <a:srgbClr val="C0C0C0"/>
                </a:highlight>
              </a:rPr>
              <a:t> </a:t>
            </a:r>
            <a:r>
              <a:rPr lang="en-US" sz="5400" dirty="0" err="1">
                <a:highlight>
                  <a:srgbClr val="C0C0C0"/>
                </a:highlight>
              </a:rPr>
              <a:t>elemekkel</a:t>
            </a:r>
            <a:r>
              <a:rPr lang="en-US" sz="5400" dirty="0">
                <a:highlight>
                  <a:srgbClr val="C0C0C0"/>
                </a:highlight>
              </a:rPr>
              <a:t> pl:</a:t>
            </a:r>
          </a:p>
          <a:p>
            <a:pPr algn="ctr"/>
            <a:r>
              <a:rPr lang="en-US" sz="5400" dirty="0">
                <a:highlight>
                  <a:srgbClr val="C0C0C0"/>
                </a:highlight>
              </a:rPr>
              <a:t>-Gant</a:t>
            </a:r>
          </a:p>
          <a:p>
            <a:pPr algn="ctr"/>
            <a:r>
              <a:rPr lang="en-US" sz="5400" dirty="0">
                <a:highlight>
                  <a:srgbClr val="C0C0C0"/>
                </a:highlight>
              </a:rPr>
              <a:t>-Swot</a:t>
            </a:r>
          </a:p>
          <a:p>
            <a:pPr algn="ctr"/>
            <a:r>
              <a:rPr lang="en-US" sz="5400" dirty="0">
                <a:highlight>
                  <a:srgbClr val="C0C0C0"/>
                </a:highlight>
              </a:rPr>
              <a:t>	-</a:t>
            </a:r>
            <a:r>
              <a:rPr lang="en-US" sz="5400" dirty="0" err="1">
                <a:highlight>
                  <a:srgbClr val="C0C0C0"/>
                </a:highlight>
              </a:rPr>
              <a:t>Designe</a:t>
            </a:r>
            <a:r>
              <a:rPr lang="en-US" sz="5400" dirty="0">
                <a:highlight>
                  <a:srgbClr val="C0C0C0"/>
                </a:highlight>
              </a:rPr>
              <a:t> </a:t>
            </a:r>
            <a:r>
              <a:rPr lang="en-US" sz="5400" dirty="0" err="1">
                <a:highlight>
                  <a:srgbClr val="C0C0C0"/>
                </a:highlight>
              </a:rPr>
              <a:t>terv</a:t>
            </a:r>
            <a:endParaRPr lang="en-US" sz="5400" dirty="0">
              <a:highlight>
                <a:srgbClr val="C0C0C0"/>
              </a:highlight>
            </a:endParaRPr>
          </a:p>
          <a:p>
            <a:pPr algn="ctr"/>
            <a:r>
              <a:rPr lang="en-US" sz="5400" dirty="0">
                <a:highlight>
                  <a:srgbClr val="C0C0C0"/>
                </a:highlight>
              </a:rPr>
              <a:t>-</a:t>
            </a:r>
            <a:r>
              <a:rPr lang="en-US" sz="5400" dirty="0" err="1">
                <a:highlight>
                  <a:srgbClr val="C0C0C0"/>
                </a:highlight>
              </a:rPr>
              <a:t>Drótváz</a:t>
            </a:r>
            <a:endParaRPr lang="en-US" sz="5400" dirty="0">
              <a:highlight>
                <a:srgbClr val="C0C0C0"/>
              </a:highlight>
            </a:endParaRPr>
          </a:p>
          <a:p>
            <a:pPr algn="ctr"/>
            <a:r>
              <a:rPr lang="en-US" sz="5400" dirty="0">
                <a:highlight>
                  <a:srgbClr val="C0C0C0"/>
                </a:highlight>
              </a:rPr>
              <a:t>  -</a:t>
            </a:r>
            <a:r>
              <a:rPr lang="en-US" sz="5400" dirty="0" err="1">
                <a:highlight>
                  <a:srgbClr val="C0C0C0"/>
                </a:highlight>
              </a:rPr>
              <a:t>Fényképek</a:t>
            </a:r>
            <a:r>
              <a:rPr lang="en-US" sz="5400" dirty="0">
                <a:highlight>
                  <a:srgbClr val="C0C0C0"/>
                </a:highlight>
              </a:rPr>
              <a:t> </a:t>
            </a:r>
            <a:r>
              <a:rPr lang="en-US" sz="5400" dirty="0" err="1">
                <a:highlight>
                  <a:srgbClr val="C0C0C0"/>
                </a:highlight>
              </a:rPr>
              <a:t>elemek</a:t>
            </a:r>
            <a:r>
              <a:rPr lang="en-US" sz="5400" dirty="0">
                <a:highlight>
                  <a:srgbClr val="C0C0C0"/>
                </a:highlight>
              </a:rPr>
              <a:t> </a:t>
            </a:r>
            <a:r>
              <a:rPr lang="en-US" sz="5400" dirty="0" err="1">
                <a:highlight>
                  <a:srgbClr val="C0C0C0"/>
                </a:highlight>
              </a:rPr>
              <a:t>keresése</a:t>
            </a:r>
            <a:endParaRPr lang="en-US" sz="5400" dirty="0">
              <a:highlight>
                <a:srgbClr val="C0C0C0"/>
              </a:highlight>
            </a:endParaRPr>
          </a:p>
          <a:p>
            <a:pPr algn="ctr"/>
            <a:r>
              <a:rPr lang="en-US" sz="5400" dirty="0">
                <a:highlight>
                  <a:srgbClr val="C0C0C0"/>
                </a:highlight>
              </a:rPr>
              <a:t>-Landing</a:t>
            </a:r>
          </a:p>
        </p:txBody>
      </p:sp>
    </p:spTree>
    <p:extLst>
      <p:ext uri="{BB962C8B-B14F-4D97-AF65-F5344CB8AC3E}">
        <p14:creationId xmlns:p14="http://schemas.microsoft.com/office/powerpoint/2010/main" val="2069491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7C75F615-1391-65CE-5DA6-522523987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7" y="0"/>
            <a:ext cx="12172393" cy="685800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0CCB9150-C549-DC26-745B-B4361AB732CA}"/>
              </a:ext>
            </a:extLst>
          </p:cNvPr>
          <p:cNvSpPr txBox="1"/>
          <p:nvPr/>
        </p:nvSpPr>
        <p:spPr>
          <a:xfrm>
            <a:off x="23090" y="2068947"/>
            <a:ext cx="11957243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400" dirty="0">
                <a:highlight>
                  <a:srgbClr val="C0C0C0"/>
                </a:highlight>
              </a:rPr>
              <a:t>Roli :</a:t>
            </a:r>
            <a:r>
              <a:rPr lang="en-US" sz="4400" dirty="0" err="1">
                <a:highlight>
                  <a:srgbClr val="C0C0C0"/>
                </a:highlight>
              </a:rPr>
              <a:t>Weblap,Drótváz,Swot,Informáciok,Gant</a:t>
            </a:r>
            <a:endParaRPr lang="en-US" sz="4400" dirty="0">
              <a:highlight>
                <a:srgbClr val="C0C0C0"/>
              </a:highlight>
            </a:endParaRPr>
          </a:p>
          <a:p>
            <a:r>
              <a:rPr lang="en-US" sz="4400" dirty="0" err="1">
                <a:highlight>
                  <a:srgbClr val="C0C0C0"/>
                </a:highlight>
              </a:rPr>
              <a:t>Zsici:Gant,swot,Feladat</a:t>
            </a:r>
            <a:r>
              <a:rPr lang="en-US" sz="4400" dirty="0">
                <a:highlight>
                  <a:srgbClr val="C0C0C0"/>
                </a:highlight>
              </a:rPr>
              <a:t> </a:t>
            </a:r>
            <a:r>
              <a:rPr lang="en-US" sz="4400" dirty="0" err="1">
                <a:highlight>
                  <a:srgbClr val="C0C0C0"/>
                </a:highlight>
              </a:rPr>
              <a:t>leírás,ppt.Weblap</a:t>
            </a:r>
            <a:endParaRPr lang="en-US" sz="4400" dirty="0">
              <a:highlight>
                <a:srgbClr val="C0C0C0"/>
              </a:highlight>
            </a:endParaRPr>
          </a:p>
          <a:p>
            <a:r>
              <a:rPr lang="en-US" sz="4400" dirty="0" err="1">
                <a:highlight>
                  <a:srgbClr val="C0C0C0"/>
                </a:highlight>
              </a:rPr>
              <a:t>Benkő:Landing</a:t>
            </a:r>
            <a:r>
              <a:rPr lang="en-US" sz="4400" dirty="0">
                <a:highlight>
                  <a:srgbClr val="C0C0C0"/>
                </a:highlight>
              </a:rPr>
              <a:t> </a:t>
            </a:r>
            <a:r>
              <a:rPr lang="en-US" sz="4400" dirty="0" err="1">
                <a:highlight>
                  <a:srgbClr val="C0C0C0"/>
                </a:highlight>
              </a:rPr>
              <a:t>designe,Fényképek,Swot,ppt,Weblap</a:t>
            </a:r>
            <a:endParaRPr lang="en-US" sz="4400" dirty="0" err="1">
              <a:highlight>
                <a:srgbClr val="C0C0C0"/>
              </a:highlight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5118E0F1-20A3-25C8-2E28-DE6CAF9D4FF1}"/>
              </a:ext>
            </a:extLst>
          </p:cNvPr>
          <p:cNvSpPr txBox="1"/>
          <p:nvPr/>
        </p:nvSpPr>
        <p:spPr>
          <a:xfrm>
            <a:off x="4284134" y="625902"/>
            <a:ext cx="56218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highlight>
                  <a:srgbClr val="C0C0C0"/>
                </a:highlight>
              </a:rPr>
              <a:t>Ki </a:t>
            </a:r>
            <a:r>
              <a:rPr lang="en-US" sz="4800" dirty="0" err="1">
                <a:highlight>
                  <a:srgbClr val="C0C0C0"/>
                </a:highlight>
              </a:rPr>
              <a:t>mit</a:t>
            </a:r>
            <a:r>
              <a:rPr lang="en-US" sz="4800" dirty="0">
                <a:highlight>
                  <a:srgbClr val="C0C0C0"/>
                </a:highlight>
              </a:rPr>
              <a:t> </a:t>
            </a:r>
            <a:r>
              <a:rPr lang="en-US" sz="4800" dirty="0" err="1">
                <a:highlight>
                  <a:srgbClr val="C0C0C0"/>
                </a:highlight>
              </a:rPr>
              <a:t>csinált</a:t>
            </a:r>
            <a:endParaRPr lang="en-US" sz="4800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61287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 descr="A képen clipart, hangulatjel, rajzfilm, mosoly látható&#10;&#10;Lehet, hogy az AI által létrehozott tartalom helytelen.">
            <a:extLst>
              <a:ext uri="{FF2B5EF4-FFF2-40B4-BE49-F238E27FC236}">
                <a16:creationId xmlns:a16="http://schemas.microsoft.com/office/drawing/2014/main" id="{C17F9D61-CE94-D290-01F3-5590A3415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039" y="936199"/>
            <a:ext cx="5303921" cy="5330657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93B2543B-E0DE-DF4E-7D6F-1EB14D622C8E}"/>
              </a:ext>
            </a:extLst>
          </p:cNvPr>
          <p:cNvSpPr txBox="1"/>
          <p:nvPr/>
        </p:nvSpPr>
        <p:spPr>
          <a:xfrm>
            <a:off x="4165326" y="637591"/>
            <a:ext cx="412043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3200" dirty="0">
                <a:ea typeface="Calibri"/>
                <a:cs typeface="Calibri"/>
              </a:rPr>
              <a:t>Köszönjük a figyelmet!</a:t>
            </a:r>
            <a:endParaRPr lang="hu-HU" sz="3200" dirty="0"/>
          </a:p>
        </p:txBody>
      </p:sp>
    </p:spTree>
    <p:extLst>
      <p:ext uri="{BB962C8B-B14F-4D97-AF65-F5344CB8AC3E}">
        <p14:creationId xmlns:p14="http://schemas.microsoft.com/office/powerpoint/2010/main" val="3548881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81</Words>
  <Application>Microsoft Office PowerPoint</Application>
  <PresentationFormat>Szélesvásznú</PresentationFormat>
  <Paragraphs>14</Paragraphs>
  <Slides>5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6" baseType="lpstr"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Benko Levente</dc:creator>
  <cp:lastModifiedBy>Benko Levente</cp:lastModifiedBy>
  <cp:revision>25</cp:revision>
  <dcterms:created xsi:type="dcterms:W3CDTF">2025-11-25T20:22:52Z</dcterms:created>
  <dcterms:modified xsi:type="dcterms:W3CDTF">2025-11-26T11:02:50Z</dcterms:modified>
</cp:coreProperties>
</file>